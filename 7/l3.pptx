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0A0CB-6D2F-A1D2-AE06-1C186FD18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9A458-4014-74A0-B4DC-BB160D46C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384BB-6892-D2D5-A8B3-9B1643291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0C9E6-C6CD-4E4A-AA02-AAF07912CF6E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1CE73-6A87-FC4A-2D34-FAD6D772F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5A547-6130-89EE-17E6-2A8EC3E6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B7A2-E881-41C5-AEFD-F1B1AEE01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699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A9E9B-BD00-2DF7-EBEA-9D4D7EA5D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CBC0C-5B0D-AC97-B720-EFFC10378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2C596-A597-B6C9-BEA6-180819617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0C9E6-C6CD-4E4A-AA02-AAF07912CF6E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4A480-D183-7CE7-CC99-987715C96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B4CB1-88EE-F997-0F25-DB553488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B7A2-E881-41C5-AEFD-F1B1AEE01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162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C1C0E-1DC9-CCE0-52BD-BE25D826B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2399A-C5DC-8760-3DB5-4AE78373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C8958-08E6-60A2-0275-975429B20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0C9E6-C6CD-4E4A-AA02-AAF07912CF6E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D4AC2-C106-D146-90B3-092F820B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5FF72-69CE-5BB8-934E-4C7F94F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B7A2-E881-41C5-AEFD-F1B1AEE01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21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0839F-D9B0-7CDE-9BA8-0C801F319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C572C-A624-6D8C-0B51-C46712DD3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6C1AF-6FF6-C078-9A3B-F343420CA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866F2-A59C-4AB0-445B-877DD4460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0C9E6-C6CD-4E4A-AA02-AAF07912CF6E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086D1-8570-4084-D6F6-6FBEDE1C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0F788-A914-225C-848A-5B1B0F82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B7A2-E881-41C5-AEFD-F1B1AEE01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06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8FF6B-0AEF-4318-5EEB-2BA62A466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24BC1-08ED-4D2D-AC8C-04F04019B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F7AF5-B270-3E3D-CC3D-AC376EA7C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EE22EF-440C-D149-E2D2-6C6BEF34B7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AFA37-764E-9699-6DB9-870161097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352753-F786-FBEC-127F-24F3417FC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0C9E6-C6CD-4E4A-AA02-AAF07912CF6E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91AF36-EB49-6B5E-B9D7-97F004B54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1C9B27-7037-7728-EEF9-47B3935C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B7A2-E881-41C5-AEFD-F1B1AEE01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6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B0E52-C51F-5192-4693-2CC40C8AE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AD052-73CD-CD85-7C5E-46CDDFAD5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0C9E6-C6CD-4E4A-AA02-AAF07912CF6E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4469D9-24CC-0278-E6DD-7E39E74CC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425D52-80F3-2FAE-F6A9-6AF04E26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B7A2-E881-41C5-AEFD-F1B1AEE01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47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30AAAA-8311-045C-04BB-A06BDDD2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0C9E6-C6CD-4E4A-AA02-AAF07912CF6E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B885AA-F7B4-547B-B441-13F477B8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6424-046E-80F1-6F8A-EE00EE77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B7A2-E881-41C5-AEFD-F1B1AEE01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934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43649-A737-31A3-E36F-A8BBF61DA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59BE8-7460-5B2B-0E65-9DBBD82B6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E5D0A-CA58-FC65-1993-1AE764959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F98B6-5F16-12FF-4C47-A07DE3475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0C9E6-C6CD-4E4A-AA02-AAF07912CF6E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68991-B0EE-AC40-E440-BAAA6286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60DEC-66BB-8D54-EE58-E5EEBDD3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B7A2-E881-41C5-AEFD-F1B1AEE01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607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AA214-8042-791C-CB39-27B5761CA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7C595-A024-F424-9073-AF5E75E4AC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8ACA5-894B-E69F-679F-D6EB51262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5EB5F-AC66-8759-3FAB-B81B90136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0C9E6-C6CD-4E4A-AA02-AAF07912CF6E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55592-0781-F29F-863A-F1CD997E2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563C8-308F-991E-C8D3-7284FE017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B7A2-E881-41C5-AEFD-F1B1AEE01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71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94394-6C66-82C5-27C2-3A2B08A59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70F4D-B72D-D3A4-2CDA-FB12C8C11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3A077-8AEF-CC17-9E46-D45CC1EBD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0C9E6-C6CD-4E4A-AA02-AAF07912CF6E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01161-E1E0-58B2-7074-CC0FC1747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E4C76-73F2-C307-C323-F13D4BB46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B7A2-E881-41C5-AEFD-F1B1AEE01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634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79D98D-AB39-6957-61BB-90391F52B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1F36F-D662-E809-CF3D-B5407432C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9B8E4-EA67-1F02-CEF9-277FC395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0C9E6-C6CD-4E4A-AA02-AAF07912CF6E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687AB-F049-2E8E-20F9-CD097F085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37A05-EB99-2615-78C6-268D71FA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8B7A2-E881-41C5-AEFD-F1B1AEE01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901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E85D7-F35F-320D-AD4A-8E109158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29C3D-3223-371E-B156-D6FBE784D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95AAF-80B9-16C4-F4AF-B9535AB2F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0C9E6-C6CD-4E4A-AA02-AAF07912CF6E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79CE8-2909-6A11-9E27-8AB9231B4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647A5-B73B-AB51-0A1A-4A821BFCD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8B7A2-E881-41C5-AEFD-F1B1AEE012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997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6022-F336-A584-E1D0-CEB9701A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342"/>
          </a:xfrm>
        </p:spPr>
        <p:txBody>
          <a:bodyPr/>
          <a:lstStyle/>
          <a:p>
            <a:pPr algn="ctr"/>
            <a:r>
              <a:rPr lang="en-US" b="1" dirty="0" err="1"/>
              <a:t>Numpy</a:t>
            </a:r>
            <a:endParaRPr lang="ru-RU" b="1" dirty="0"/>
          </a:p>
        </p:txBody>
      </p:sp>
      <p:pic>
        <p:nvPicPr>
          <p:cNvPr id="1026" name="Picture 2" descr="Numpy Introduction - Studyopedia">
            <a:extLst>
              <a:ext uri="{FF2B5EF4-FFF2-40B4-BE49-F238E27FC236}">
                <a16:creationId xmlns:a16="http://schemas.microsoft.com/office/drawing/2014/main" id="{43C1B655-FA7B-1B5C-B3F3-9FA011E1DD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440" y="1701800"/>
            <a:ext cx="4348427" cy="4348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ython Math Functions | Built-in Math Function | Math Module ⋆ IpCisco">
            <a:extLst>
              <a:ext uri="{FF2B5EF4-FFF2-40B4-BE49-F238E27FC236}">
                <a16:creationId xmlns:a16="http://schemas.microsoft.com/office/drawing/2014/main" id="{0ECE4F1D-CF0C-DF44-18C0-8E02C7F99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135" y="1634463"/>
            <a:ext cx="4222750" cy="422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28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54FD4-4A51-F3C7-66EC-EE84DAEF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Math library in python(Constants)</a:t>
            </a:r>
            <a:endParaRPr lang="ru-RU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D92447-8581-AE56-32F4-D5E05B478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641" y="1832619"/>
            <a:ext cx="10382159" cy="3950113"/>
          </a:xfrm>
        </p:spPr>
      </p:pic>
    </p:spTree>
    <p:extLst>
      <p:ext uri="{BB962C8B-B14F-4D97-AF65-F5344CB8AC3E}">
        <p14:creationId xmlns:p14="http://schemas.microsoft.com/office/powerpoint/2010/main" val="1434260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77D02-9032-B9E8-8F25-7D677B88A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462BC-8DEB-EED2-E9DD-58CCCA1E7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Functions</a:t>
            </a:r>
            <a:endParaRPr lang="ru-RU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4F04C51-A94B-1ED1-9E09-62363BEB7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2639" y="1492412"/>
            <a:ext cx="8046721" cy="5000463"/>
          </a:xfrm>
        </p:spPr>
      </p:pic>
    </p:spTree>
    <p:extLst>
      <p:ext uri="{BB962C8B-B14F-4D97-AF65-F5344CB8AC3E}">
        <p14:creationId xmlns:p14="http://schemas.microsoft.com/office/powerpoint/2010/main" val="238875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23A8E-0449-38A1-15A4-88583FC90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1AB95-36DA-1169-D368-7419BF16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Functions</a:t>
            </a:r>
            <a:endParaRPr lang="ru-RU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39831BC-45B8-92CE-E438-E47F339BF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2639" y="1492412"/>
            <a:ext cx="8046721" cy="5000463"/>
          </a:xfrm>
        </p:spPr>
      </p:pic>
    </p:spTree>
    <p:extLst>
      <p:ext uri="{BB962C8B-B14F-4D97-AF65-F5344CB8AC3E}">
        <p14:creationId xmlns:p14="http://schemas.microsoft.com/office/powerpoint/2010/main" val="68841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AE18B-4D05-334B-BC88-4010CEDEB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99FF-F08B-17B5-4E91-6C120209C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Trigonometry</a:t>
            </a:r>
            <a:endParaRPr lang="ru-RU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C84450-BEFD-2A8B-BF14-CFAC5D30A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734" y="1484916"/>
            <a:ext cx="6897505" cy="5007959"/>
          </a:xfrm>
        </p:spPr>
      </p:pic>
      <p:pic>
        <p:nvPicPr>
          <p:cNvPr id="2050" name="Picture 2" descr="Сomics meme: &quot;MIGRAINE HYPERTENSION STRESS TRIGONOMETRY&quot; - Comics - Meme -arsenal.com">
            <a:extLst>
              <a:ext uri="{FF2B5EF4-FFF2-40B4-BE49-F238E27FC236}">
                <a16:creationId xmlns:a16="http://schemas.microsoft.com/office/drawing/2014/main" id="{869B309D-3430-FF98-20DE-5F424B3F5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12463">
            <a:off x="8077682" y="929138"/>
            <a:ext cx="3437867" cy="3482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57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AFEA8-8B96-38C5-8F6A-BA132C070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DD96A-3EB3-65AD-F93F-B55DA884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Logarithm</a:t>
            </a:r>
            <a:endParaRPr lang="ru-RU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9C3437-E35F-6FA2-1DDF-291594B2C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1831" y="1591733"/>
            <a:ext cx="7988337" cy="4901142"/>
          </a:xfrm>
        </p:spPr>
      </p:pic>
    </p:spTree>
    <p:extLst>
      <p:ext uri="{BB962C8B-B14F-4D97-AF65-F5344CB8AC3E}">
        <p14:creationId xmlns:p14="http://schemas.microsoft.com/office/powerpoint/2010/main" val="2664659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5C1F-95FA-B594-B63C-FE8EEF3A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DDF2-F72E-2A2C-E60E-6E215716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Yaxlitlash</a:t>
            </a:r>
            <a:r>
              <a:rPr lang="en-US" b="1" dirty="0"/>
              <a:t>(Rounding)</a:t>
            </a:r>
            <a:endParaRPr lang="ru-RU" b="1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F232C83-0B67-94B3-F127-920382E34B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11400"/>
            <a:ext cx="10389205" cy="3547533"/>
          </a:xfr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3FFFB74-79D4-2590-DA10-3EBD8C9D0CBE}"/>
              </a:ext>
            </a:extLst>
          </p:cNvPr>
          <p:cNvSpPr txBox="1">
            <a:spLocks/>
          </p:cNvSpPr>
          <p:nvPr/>
        </p:nvSpPr>
        <p:spPr>
          <a:xfrm>
            <a:off x="838200" y="17832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0256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02794-ECA7-500A-F4D2-74B7009C3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52A7-DE6E-0C75-5B9F-0F9C2B5A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342"/>
          </a:xfrm>
        </p:spPr>
        <p:txBody>
          <a:bodyPr/>
          <a:lstStyle/>
          <a:p>
            <a:pPr algn="ctr"/>
            <a:r>
              <a:rPr lang="en-US" b="1" dirty="0" err="1"/>
              <a:t>Numpy</a:t>
            </a:r>
            <a:endParaRPr lang="ru-RU" b="1" dirty="0"/>
          </a:p>
        </p:txBody>
      </p:sp>
      <p:pic>
        <p:nvPicPr>
          <p:cNvPr id="1026" name="Picture 2" descr="Numpy Introduction - Studyopedia">
            <a:extLst>
              <a:ext uri="{FF2B5EF4-FFF2-40B4-BE49-F238E27FC236}">
                <a16:creationId xmlns:a16="http://schemas.microsoft.com/office/drawing/2014/main" id="{BFCF5A02-2EB4-64EF-1A6E-F37B58930B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440" y="1701800"/>
            <a:ext cx="4348427" cy="4348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ython Math Functions | Built-in Math Function | Math Module ⋆ IpCisco">
            <a:extLst>
              <a:ext uri="{FF2B5EF4-FFF2-40B4-BE49-F238E27FC236}">
                <a16:creationId xmlns:a16="http://schemas.microsoft.com/office/drawing/2014/main" id="{06E3DFAA-86A2-D496-6C2B-2917B0F37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135" y="1634463"/>
            <a:ext cx="4222750" cy="422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4228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17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Numpy</vt:lpstr>
      <vt:lpstr>Math library in python(Constants)</vt:lpstr>
      <vt:lpstr>Functions</vt:lpstr>
      <vt:lpstr>Functions</vt:lpstr>
      <vt:lpstr>Trigonometry</vt:lpstr>
      <vt:lpstr>Logarithm</vt:lpstr>
      <vt:lpstr>Yaxlitlash(Rounding)</vt:lpstr>
      <vt:lpstr>Numpy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6</cp:revision>
  <dcterms:created xsi:type="dcterms:W3CDTF">2025-07-11T16:47:33Z</dcterms:created>
  <dcterms:modified xsi:type="dcterms:W3CDTF">2025-07-11T19:21:20Z</dcterms:modified>
</cp:coreProperties>
</file>